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M24 (€)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Pessimiste</c:v>
                  </c:pt>
                  <c:pt idx="1">
                    <c:v>Médian</c:v>
                  </c:pt>
                  <c:pt idx="2">
                    <c:v>Optimiste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52000</c:v>
                </c:pt>
                <c:pt idx="1">
                  <c:v>174000</c:v>
                </c:pt>
                <c:pt idx="2">
                  <c:v>418000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boussole IA quotidienne des dirigeants de PME-ETI françaises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Side project entrepreneurial — Blaise Cavalli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Startup Manager • Quai Alpha • Quest for Change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Pitch deck v1 — 26 mai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dirigeants de PME-ETI assemblent seuls un patchwork qui ne fonctionne pas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86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Dispositifs publics gratuits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IA Booster, Bpifrance Université, Plan Osez l'IA 200 M€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standardisés, événementiels, pas d'outils opérationnels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554480"/>
            <a:ext cx="3886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5544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Cabinets conseil 400-2500 €/j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BCG/X, Numa, Bloom AI, cabinets émergents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humain dédié mais non scalable en quotidien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886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46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IA 15-20 €/mois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Mistral Le Chat Pro, ChatGPT Plus, Claude Pro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génériques, pas de matière curated dirigeant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108960"/>
            <a:ext cx="3886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10896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246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exec 5-10 k€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HEC AI Ready, Cambridge AI Leadership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premium, événementiel, hors cible PME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attention fragmentée, comptes multiples, contexte perdu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v2 unifie ce que les dirigeants ne trouvent qu'éclaté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conversationnelle souveraine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Mistral La Plateforme Enterprise, hébergement France, RGPD natif, Zero Data Retention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connaissances curated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121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318+ chunks RAG curated par un Startup Manager senior — 104 fiches outils + 27 modules + 11 préalables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Pro actionnables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761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Générateur de cadrage projet IA, comparateur multicritères, estimateur ROI, feuille de route transformation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éditoriale forte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401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Newsletter Hub v2 hebdomadaire + Playbook bi-mensuel + Live mensuel (modèle HBR Executive)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d'early adopters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Pairs dirigeants + consultants senior — Discord/Slack early users, co-création roadmap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PME + ETI en France — ~33 000 individus accessibles top tier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182 000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Entreprises PME + ETI en France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~33 000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65760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Individus top tier accessibles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1 060 - 2 270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21792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 abonnés visés sur 3 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personas prioritaires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5544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Consultant indé. 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4,15 /5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3931920"/>
            <a:ext cx="15544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4884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COO ETI industrie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3,90 /5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3931920"/>
            <a:ext cx="15544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4048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COO ETI services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3,90 /5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3931920"/>
            <a:ext cx="15544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CTO/CDO Transfo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3,85 /5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3931920"/>
            <a:ext cx="15544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2376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Resp. innovation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3,65 /5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31 acteurs cartographiés (FR + EU + US) — la zone Hub v2 reste vide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Prix mensuel 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914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Profondeur curation 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Bpifrance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gratuit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Mistral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ChatGPT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20 €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5-10k€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HBR Exec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58$/mo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Cabinets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1500€/j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21945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880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1546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29 €/mois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défendable : milieu de gamme + curation forte = zone non servie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différenciateurs Hub v2 défendables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260604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quotidienne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Compagnon permanent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événements (formation, cabinet, RDV)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60604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371600"/>
            <a:ext cx="260604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188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expert dirigeant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 senior dédié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contenu institutionnel généraliste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0604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71600"/>
            <a:ext cx="260604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Pro actionnables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Livrables packagés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autodiag passif ou assistant générique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Position pionnière — aucun acteur identifié combinant ces 3 dimensions en EU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Freemium 3 leviers — pricing optimisé sur top 5 personas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chats/jour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Lecture intégrale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Crédits 10 € bienvenue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606040" cy="3200400"/>
          </a:xfrm>
          <a:prstGeom prst="rect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29 €/mois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Chats illimités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Outils Pro intégrés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Newsletter + Playbook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060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2377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19 €/siège/mo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 × N collaborateurs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Espace équipe partagé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Dès 5 sièges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 ~96 % — coût marginal LLM Mistral Mix : ~0,40 €/Pro/mois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24 mois — 3 scenarios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Référence T0 = janvier 2027 (ouverture Étape 4 = bascule Pro tier)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463040"/>
            <a:ext cx="30175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1463040"/>
            <a:ext cx="73152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Pessimiste — 52 k€ ARR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Conv. 1 % / CAC 800 € / Churn 7 %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624328"/>
            <a:ext cx="30175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2624328"/>
            <a:ext cx="73152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 — 174 k€ ARR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3081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Conv. 3 % / CAC 400 € / Churn 5 %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break-even M18-M20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3785616"/>
            <a:ext cx="30175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3785616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877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Optimiste — 418 k€ ARR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42428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Conv. 5 % / CAC 200 € / Churn 3 %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break-even M9-M12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18 mois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étapes itératives + 3 jalons structurants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Juin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Mise en service publique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9202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Juin 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onboarding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Free + newsletter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9202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4048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Sept-Nov 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commercial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CGV + auth + Stripe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9202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Janv 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212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Pro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 acquisition + convention QFC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19202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Mai-Juil 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Équipe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6948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Diffusion écosystème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88720" y="2194560"/>
            <a:ext cx="69494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jalons structurants à anticiper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POC RAG juin 2026 (proof-point) • Convention QFC oct-nov 2026 (débloque Étape 4) • T0 Étape 4 janv 2027 (= T0 acquisition)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d'acquisition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premiers Pro en 6-10 semaines — coût d'acquisition cible ≤ 200 €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914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Consultants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LinkedIn 1er degré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2-4 sem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914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COO industrie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QFC + CCI Vosges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4-8 sem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914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COO services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QFC + French Tech 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4-8 sem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914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CTO/CDO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LinkedIn 2e degré + CDO Days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4-8 sem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749040"/>
            <a:ext cx="914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3736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Innovation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RETIS + POLARIS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4-8 sem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Mécanique early adopter : crédits 10 € + 3 mois Pro offerts + accès roadmap + Discord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juridique — Convention QFC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Recommandation Hub Strat : Piste B — convention licence + redevance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73152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 convention proposée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Cavalli reste porteur opérationnel autonome — propriété Hub v2 = Cavalli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450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QFC obtient un droit d'usage gratuit pour son réseau (incubés + alumni + partenaires)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798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QFC perçoit une redevance de 12,5 % du CA HT × 5-7 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1455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Clause de non-cannibalisation des prospects Quai Alpha actifs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493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Clause de sortie négociable + clause préférentielle de rachat (option piste 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économique net positif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CAC -30 % via canal QFC compense largement la redevance (12,5 % CA HT)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Calendrier convention : juin-déc 2026 — signature avant T0 Étape 4 janv 2027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humain orchestrateur + 5 canaux IA spécialisés Cowork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Blaise Cavalli — porteur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Startup Manager senior • Quai Alpha (Quest for Change) • Ingénieur Mines de Saint-Étienne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Parcours entrepreneurial IA / data science / blockchain — fondateur LobsterOps — auteur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étendue — 5 canaux IA Cowork spécialisés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5087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Strat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GTM + juridique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67712" y="3566160"/>
            <a:ext cx="15087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3749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Content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67712" y="4206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Matière éditoriale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95344" y="3566160"/>
            <a:ext cx="15087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3749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RAG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95344" y="4206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Pilotage technique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22976" y="3566160"/>
            <a:ext cx="15087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3749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22976" y="4206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Production HTML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50608" y="3566160"/>
            <a:ext cx="15087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3749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50608" y="4206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UX + design system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financier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Autofinancement Cavalli — pas de levée de fonds en scenario médian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k€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Investissement personnel Cavalli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scenario médian sur 18 mois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91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5,5-11 k€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Budget juridique cumulé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(consult + CGV + convention + DPA)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46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M18-M20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Break-even mensuel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scenario médian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246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k€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 cible M24 scenario médian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290 k€ M36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optimiste : autofinançant à M12-M18 — génère même des liquidités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principaux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risques majeurs identifiés et mitigés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QFC sur side project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Zones grises IP non traitées → revendication a posteriori en cas de succès commercial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Mitigation : dossier IP + convention piste B + consultation avocat juin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78638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54480" y="2743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Concurrents ajoutent une couche curated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063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Bpifrance + Mistral + HBR Europe peuvent fermer le créneau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383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Mitigation : avance temporelle 12-18 mois + barrières territoriales Grand Est difficilement réplicables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78638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77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554480" y="39319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Burn-out Cavalli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251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Cumul salariat QFC + entrepreneuriat Hub v2 sur 18 mois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4572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Mitigation : tolérance investissement personnel arbitrée + canaux pairs structurés + bascule structure juridique si croissance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 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décisions structurantes à instruire dans les 2 mois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78638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14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2514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avocat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788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Juin 2026 — analyse contrat de travail + cadre convention QFC + validation 7 zones EXPERT JURIDIQUE REQUIS — budget 1 500-3 000 €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78638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91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54480" y="3291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Étape 1 POC RAG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566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 1-2 juin 2026 — mise en service public + instrumentation 5 hypothèses produit-marché + premiers feedbacks utilisateurs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69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4069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direction QFC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343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Août-septembre 2026 — dossier IP v2 (post-avocat) + business plan v1 + pitch deck v1 → négociation oct-nov → signature déc 2026 - janv 2027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Blaise Cavalli — blaise.cavalli.pro@gmail.com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 v2 — Pitch deck v1</dc:title>
  <dc:subject>PptxGenJS Presentation</dc:subject>
  <dc:creator>Cowork Hub Strat / Blaise Cavalli</dc:creator>
  <cp:lastModifiedBy>Cowork Hub Strat / Blaise Cavalli</cp:lastModifiedBy>
  <cp:revision>1</cp:revision>
  <dcterms:created xsi:type="dcterms:W3CDTF">2026-05-26T12:55:57Z</dcterms:created>
  <dcterms:modified xsi:type="dcterms:W3CDTF">2026-05-26T12:55:57Z</dcterms:modified>
</cp:coreProperties>
</file>